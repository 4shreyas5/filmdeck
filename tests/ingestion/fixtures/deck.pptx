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5"/>
    <p:sldId id="257" r:id="rId3"/>
    <p:sldId id="258" r:id="rId1"/>
    <p:sldId id="259" r:id="rId2"/>
    <p:sldId id="260" r:id="rId4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  <p:txBody>
          <a:bodyPr/>
        </p:txBody>
      </p:sp>
      <p:sp>
        <p:nvSpPr>
          <p:cNvPr id="3" name="Notes"/>
          <p:cNvSpPr/>
          <p:nvPr>
            <p:ph type="body"/>
          </p:nvPr>
        </p:nvSpPr>
        <p:spPr/>
        <p:txBody>
          <a:bodyPr/>
          <a:p>
            <a:r>
              <a:rPr lang="en-US"/>
              <a:t>Say the 18% figure slowly. Online share is 62%.</a:t>
            </a:r>
          </a:p>
        </p:txBody>
      </p:sp>
      <p:sp>
        <p:nvSpPr>
          <p:cNvPr id="20" name="Slide Number"/>
          <p:cNvSpPr/>
          <p:nvPr>
            <p:ph type="sldNum"/>
          </p:nvPr>
        </p:nvSpPr>
        <p:spPr/>
        <p:txBody>
          <a:bodyPr/>
          <a:p>
            <a:fld id="{00000000-0000-0000-0000-000000000000}" type="slidenum">
              <a:t>‹#›</a:t>
            </a:fld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  <p:txBody>
          <a:bodyPr/>
        </p:txBody>
      </p:sp>
      <p:sp>
        <p:nvSpPr>
          <p:cNvPr id="3" name="Notes"/>
          <p:cNvSpPr/>
          <p:nvPr>
            <p:ph type="body"/>
          </p:nvPr>
        </p:nvSpPr>
        <p:spPr/>
        <p:txBody>
          <a:bodyPr/>
          <a:p>
            <a:r>
              <a:rPr lang="en-US"/>
              <a:t>Hidden backup slide.</a:t>
            </a:r>
          </a:p>
        </p:txBody>
      </p:sp>
      <p:sp>
        <p:nvSpPr>
          <p:cNvPr id="20" name="Slide Number"/>
          <p:cNvSpPr/>
          <p:nvPr>
            <p:ph type="sldNum"/>
          </p:nvPr>
        </p:nvSpPr>
        <p:spPr/>
        <p:txBody>
          <a:bodyPr/>
          <a:p>
            <a:fld id="{00000000-0000-0000-0000-000000000000}" type="slidenum">
              <a:t>‹#›</a:t>
            </a:fld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  <p:txBody>
          <a:bodyPr/>
        </p:txBody>
      </p:sp>
      <p:sp>
        <p:nvSpPr>
          <p:cNvPr id="3" name="Notes"/>
          <p:cNvSpPr/>
          <p:nvPr>
            <p:ph type="body"/>
          </p:nvPr>
        </p:nvSpPr>
        <p:spPr/>
        <p:txBody>
          <a:bodyPr/>
          <a:p>
            <a:r>
              <a:rPr lang="en-US"/>
              <a:t>Welcome. Everything here is made up for testing.</a:t>
            </a:r>
          </a:p>
        </p:txBody>
      </p:sp>
      <p:sp>
        <p:nvSpPr>
          <p:cNvPr id="20" name="Slide Number"/>
          <p:cNvSpPr/>
          <p:nvPr>
            <p:ph type="sldNum"/>
          </p:nvPr>
        </p:nvSpPr>
        <p:spPr/>
        <p:txBody>
          <a:bodyPr/>
          <a:p>
            <a:fld id="{00000000-0000-0000-0000-000000000000}" type="slidenum">
              <a:t>‹#›</a:t>
            </a:fld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Regional results</a:t>
            </a:r>
          </a:p>
        </p:txBody>
      </p:sp>
      <p:graphicFrame>
        <p:nvGraphicFramePr>
          <p:cNvPr id="9" name="Table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table">
            <a:tbl>
              <a:tblGrid/>
              <a:tr h="1">
                <a:tc>
                  <a:txBody>
                    <a:bodyPr/>
                    <a:p>
                      <a:r>
                        <a:rPr lang="en-US"/>
                        <a:t>Region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Revenue ($M)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Growth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North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1.9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21%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South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1.4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12%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West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0.9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19%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20" name="Slide Number"/>
          <p:cNvSpPr/>
          <p:nvPr>
            <p:ph type="sldNum"/>
          </p:nvPr>
        </p:nvSpPr>
        <p:spPr/>
        <p:txBody>
          <a:bodyPr/>
          <a:p>
            <a:fld id="{00000000-0000-0000-0000-000000000000}" type="slidenum">
              <a:t>‹#›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hart image"/>
          <p:cNvPicPr/>
          <p:nvPr/>
        </p:nvPicPr>
        <p:blipFill/>
        <p:spPr/>
      </p:pic>
      <p:sp>
        <p:nvSpPr>
          <p:cNvPr id="20" name="Slide Number"/>
          <p:cNvSpPr/>
          <p:nvPr>
            <p:ph type="sldNum"/>
          </p:nvPr>
        </p:nvSpPr>
        <p:spPr/>
        <p:txBody>
          <a:bodyPr/>
          <a:p>
            <a:fld id="{00000000-0000-0000-0000-000000000000}" type="slidenum">
              <a:t>‹#›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Revenue grew 18% year on year</a:t>
            </a:r>
          </a:p>
        </p:txBody>
      </p:sp>
      <p:sp>
        <p:nvSpPr>
          <p:cNvPr id="3" name="Content"/>
          <p:cNvSpPr/>
          <p:nvPr>
            <p:ph type="body"/>
          </p:nvPr>
        </p:nvSpPr>
        <p:spPr/>
        <p:txBody>
          <a:bodyPr/>
          <a:p>
            <a:r>
              <a:rPr lang="en-US"/>
              <a:t>Revenue reached $4.2 million in Q3</a:t>
            </a:r>
          </a:p>
          <a:p>
            <a:r>
              <a:rPr lang="en-US"/>
              <a:t>Up from $3.56 million in Q3 last year</a:t>
            </a:r>
          </a:p>
          <a:p>
            <a:r>
              <a:rPr lang="en-US"/>
              <a:t>Online orders were 62% of sales</a:t>
            </a:r>
          </a:p>
        </p:txBody>
      </p:sp>
      <p:sp>
        <p:nvSpPr>
          <p:cNvPr id="20" name="Slide Number"/>
          <p:cNvSpPr/>
          <p:nvPr>
            <p:ph type="sldNum"/>
          </p:nvPr>
        </p:nvSpPr>
        <p:spPr/>
        <p:txBody>
          <a:bodyPr/>
          <a:p>
            <a:fld id="{00000000-0000-0000-0000-000000000000}" type="slidenum">
              <a:t>‹#›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Next steps</a:t>
            </a:r>
          </a:p>
        </p:txBody>
      </p:sp>
      <p:sp>
        <p:nvSpPr>
          <p:cNvPr id="5" name="Text 5"/>
          <p:cNvSpPr txBox="1"/>
          <p:nvPr/>
        </p:nvSpPr>
        <p:spPr/>
        <p:txBody>
          <a:bodyPr/>
          <a:p>
            <a:r>
              <a:rPr lang="en-US"/>
              <a:t>Open 3 new stores by March 2026</a:t>
            </a:r>
          </a:p>
          <a:p>
            <a:r>
              <a:rPr lang="en-US"/>
              <a:t>Hire 45 support staff</a:t>
            </a:r>
          </a:p>
        </p:txBody>
      </p:sp>
      <p:sp>
        <p:nvSpPr>
          <p:cNvPr id="20" name="Slide Number"/>
          <p:cNvSpPr/>
          <p:nvPr>
            <p:ph type="sldNum"/>
          </p:nvPr>
        </p:nvSpPr>
        <p:spPr/>
        <p:txBody>
          <a:bodyPr/>
          <a:p>
            <a:fld id="{00000000-0000-0000-0000-000000000000}" type="slidenum">
              <a:t>‹#›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ctrTitle"/>
          </p:nvPr>
        </p:nvSpPr>
        <p:spPr/>
        <p:txBody>
          <a:bodyPr/>
          <a:p>
            <a:r>
              <a:rPr lang="en-US"/>
              <a:t>Northwind Foods: Q3 review</a:t>
            </a:r>
          </a:p>
        </p:txBody>
      </p:sp>
      <p:sp>
        <p:nvSpPr>
          <p:cNvPr id="3" name="Subtitle"/>
          <p:cNvSpPr/>
          <p:nvPr>
            <p:ph type="subTitle"/>
          </p:nvPr>
        </p:nvSpPr>
        <p:spPr/>
        <p:txBody>
          <a:bodyPr/>
          <a:p>
            <a:r>
              <a:rPr lang="en-US"/>
              <a:t>Fictional demo deck, not real data</a:t>
            </a:r>
          </a:p>
        </p:txBody>
      </p:sp>
      <p:sp>
        <p:nvSpPr>
          <p:cNvPr id="20" name="Slide Number"/>
          <p:cNvSpPr/>
          <p:nvPr>
            <p:ph type="sldNum"/>
          </p:nvPr>
        </p:nvSpPr>
        <p:spPr/>
        <p:txBody>
          <a:bodyPr/>
          <a:p>
            <a:fld id="{00000000-0000-0000-0000-000000000000}" type="slidenum">
              <a:t>‹#›</a:t>
            </a:fld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Northwind Foods Q3 review (fictional)</dc:title>
</cp:coreProperties>
</file>